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377440"/>
            <a:ext cx="11457432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CCCCC"/>
                </a:solidFill>
                <a:latin typeface="Yu Gothic"/>
              </a:rPr>
              <a:t>27新卒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1457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Yu Gothic"/>
              </a:rPr>
              <a:t>内定承諾者 顔合わせ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1752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BBBB"/>
                </a:solidFill>
                <a:latin typeface="Yu Gothic"/>
              </a:rPr>
              <a:t>2026年6月　／　Zoom　／　60分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9319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99999"/>
                </a:solidFill>
                <a:latin typeface="Yu Gothic"/>
              </a:rPr>
              <a:t>参加者：内定承諾者 ＋ 人事担当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今日のゴール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53035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3035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"/>
              </a:rPr>
              <a:t>GOAL  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Yu Gothic"/>
              </a:rPr>
              <a:t>全員の顔と名前を覚える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4A4A"/>
                </a:solidFill>
                <a:latin typeface="Yu Gothic"/>
              </a:rPr>
              <a:t>→  同期の顔・名前・キャラクターを
　  今日だけでひとつながりにする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9436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9436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6420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"/>
              </a:rPr>
              <a:t>GOAL  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Yu Gothic"/>
              </a:rPr>
              <a:t>今日楽しかった！
と思って画面を閉じる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4A4A"/>
                </a:solidFill>
                <a:latin typeface="Yu Gothic"/>
              </a:rPr>
              <a:t>→  緊張や不安より
　  「また会いたい」を優先する場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4360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4A4A"/>
                </a:solidFill>
                <a:latin typeface="Yu Gothic"/>
              </a:rPr>
              <a:t>この2つだけ！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今日の流れ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76" y="1417320"/>
            <a:ext cx="21031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4A4A"/>
                </a:solidFill>
                <a:latin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" y="2103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1A1A"/>
                </a:solidFill>
                <a:latin typeface="Yu Gothic"/>
              </a:rPr>
              <a:t>自己紹介
リレー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4A4A"/>
                </a:solidFill>
                <a:latin typeface="Yu Gothic"/>
              </a:rPr>
              <a:t>〜15分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5456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4A4A"/>
                </a:solidFill>
                <a:latin typeface="Yu Gothic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1196" y="1417320"/>
            <a:ext cx="210312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1196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1196" y="2103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Yu Gothic"/>
              </a:rPr>
              <a:t>共通点探し
（グループ）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1196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BBBB"/>
                </a:solidFill>
                <a:latin typeface="Yu Gothic"/>
              </a:rPr>
              <a:t>〜30分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4A4A"/>
                </a:solidFill>
                <a:latin typeface="Yu Gothic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2916" y="1417320"/>
            <a:ext cx="210312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2916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2916" y="2103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Yu Gothic"/>
              </a:rPr>
              <a:t>共通点発表
（全体）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916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BBBB"/>
                </a:solidFill>
                <a:latin typeface="Yu Gothic"/>
              </a:rPr>
              <a:t>〜50分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4A4A"/>
                </a:solidFill>
                <a:latin typeface="Yu Gothic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74636" y="1417320"/>
            <a:ext cx="21031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4636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4A4A"/>
                </a:solidFill>
                <a:latin typeface="Yu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4636" y="2103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1A1A"/>
                </a:solidFill>
                <a:latin typeface="Yu Gothic"/>
              </a:rPr>
              <a:t>会社説明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4636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4A4A"/>
                </a:solidFill>
                <a:latin typeface="Yu Gothic"/>
              </a:rPr>
              <a:t>〜55分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4A4A"/>
                </a:solidFill>
                <a:latin typeface="Yu Gothic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06356" y="1417320"/>
            <a:ext cx="21031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06356" y="1554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4A4A"/>
                </a:solidFill>
                <a:latin typeface="Yu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6356" y="21031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1A1A"/>
                </a:solidFill>
                <a:latin typeface="Yu Gothic"/>
              </a:rPr>
              <a:t>クロージング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6356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4A4A"/>
                </a:solidFill>
                <a:latin typeface="Yu Gothic"/>
              </a:rPr>
              <a:t>〜60分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1196" y="5166360"/>
            <a:ext cx="44348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1196" y="5303520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Yu Gothic"/>
              </a:rPr>
              <a:t>同一ワーク「共通点探し」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Yu Gothic"/>
              </a:rPr>
              <a:t>1　自己紹介リレー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2" y="274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0">
                <a:solidFill>
                  <a:srgbClr val="BBBBBB"/>
                </a:solidFill>
                <a:latin typeface="Yu Gothic"/>
              </a:rPr>
              <a:t>0〜15分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011680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話す内容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45920"/>
            <a:ext cx="8869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Yu Gothic"/>
              </a:rPr>
              <a:t>① 名前・大学
② 最近の推し or マイブーム
③ 一言キャッチフレーズ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11411712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2011680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ルール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246120"/>
            <a:ext cx="8869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Yu Gothic"/>
              </a:rPr>
              <a:t>最後に次の人を指名してバトンを渡す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11411712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754880"/>
            <a:ext cx="2011680" cy="1280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ポイント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846320"/>
            <a:ext cx="8869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Yu Gothic"/>
              </a:rPr>
              <a:t>スタンプ・チャットでリアクション大歓迎！
推しはモノ・人・食べ物・なんでもOK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035040"/>
            <a:ext cx="11411712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Yu Gothic"/>
              </a:rPr>
              <a:t>2　共通点探し　【グループ内】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5752" y="228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999999"/>
                </a:solidFill>
                <a:latin typeface="Yu Gothic"/>
              </a:rPr>
              <a:t>15〜30分（15分）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365992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731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10451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15分間でできるだけ多くの共通点を見つける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731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10451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"当たり前すぎる共通点"は禁止
（大学生・服を着ている・スマホを持っている…NG！）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731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40480"/>
            <a:ext cx="10451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深い共通点ほど価値が高い
（"日本人" ＜ "小学校で習い事を途中で辞めた経験あり"）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731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Yu Gothic"/>
              </a:rPr>
              <a:t>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10451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後で全体に発表するので
エピソードつきの面白い共通点を優先してメモ！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Yu Gothic"/>
              </a:rPr>
              <a:t>3　共通点発表　【全体】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5752" y="228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999999"/>
                </a:solidFill>
                <a:latin typeface="Yu Gothic"/>
              </a:rPr>
              <a:t>30〜50分（20分）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365992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6459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Yu Gothi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63040"/>
            <a:ext cx="9354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各グループから自慢の共通点を発表！
面白いもの・意外なもの優先で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99"/>
                </a:solidFill>
                <a:latin typeface="Yu Gothic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16459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Yu Gothic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26080"/>
            <a:ext cx="9354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深掘りトーク
「それって具体的にどういうこと？」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9999"/>
                </a:solidFill>
                <a:latin typeface="Yu Gothic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6459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Yu Gothic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389120"/>
            <a:ext cx="93543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Yu Gothic"/>
              </a:rPr>
              <a:t>全グループ共通ランキング発表
「実は全員に当てはまった共通点は…」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Yu Gothic"/>
              </a:rPr>
              <a:t>4　会社説明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5752" y="274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BBBBBB"/>
                </a:solidFill>
                <a:latin typeface="Yu Gothic"/>
              </a:rPr>
              <a:t>50〜55分（5分）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Yu Gothic"/>
              </a:rPr>
              <a:t>覚えて帰ってほしい　3つのキーワード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" y="2331720"/>
            <a:ext cx="3474720" cy="3291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" y="25146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Yu Gothic"/>
              </a:rPr>
              <a:t>業界  NO.1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" y="3840480"/>
            <a:ext cx="3108960" cy="254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" y="39776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CCCC"/>
                </a:solidFill>
                <a:latin typeface="Yu Gothic"/>
              </a:rPr>
              <a:t>建設・インフラ特化で
業界シェアトップクラス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7116" y="2331720"/>
            <a:ext cx="3474720" cy="3291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7116" y="25146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Yu Gothic"/>
              </a:rPr>
              <a:t>本社勤め・選ぶ側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9996" y="3840480"/>
            <a:ext cx="3108960" cy="254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7116" y="39776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CCCC"/>
                </a:solidFill>
                <a:latin typeface="Yu Gothic"/>
              </a:rPr>
              <a:t>コーディネーター職
スーツで本社出社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6156" y="2331720"/>
            <a:ext cx="3474720" cy="3291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6156" y="25146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Yu Gothic"/>
              </a:rPr>
              <a:t>大手グループ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9036" y="3840480"/>
            <a:ext cx="3108960" cy="254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6156" y="397763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CCCC"/>
                </a:solidFill>
                <a:latin typeface="Yu Gothic"/>
              </a:rPr>
              <a:t>安定したバックアップ体制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06440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4A4A"/>
                </a:solidFill>
                <a:latin typeface="Yu Gothic"/>
              </a:rPr>
              <a:t>友達や親御さんに聞かれたらこの3つを話すだけ！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Yu Gothic"/>
              </a:rPr>
              <a:t>5　クロージング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5752" y="274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0">
                <a:solidFill>
                  <a:srgbClr val="BBBBBB"/>
                </a:solidFill>
                <a:latin typeface="Yu Gothic"/>
              </a:rPr>
              <a:t>55〜60分（5分）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28600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次回日程の共有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37360"/>
            <a:ext cx="87142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Yu Gothic"/>
              </a:rPr>
              <a:t>次回：〇月〇日（対面）
スケジュールに入れてください！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11503152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228600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アンケート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91840"/>
            <a:ext cx="87142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Yu Gothic"/>
              </a:rPr>
              <a:t>チャットのURLから
1分で回答できます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11503152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228600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Yu Gothic"/>
              </a:rPr>
              <a:t>連絡先の共有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846320"/>
            <a:ext cx="87142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Yu Gothic"/>
              </a:rPr>
              <a:t>何かあれば遠慮なく
いつでも連絡してください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093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A4A4A"/>
                </a:solidFill>
                <a:latin typeface="Yu Gothic"/>
              </a:rPr>
              <a:t>今日はありがとうございました！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